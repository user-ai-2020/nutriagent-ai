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8" r:id="rId4"/>
    <p:sldId id="257" r:id="rId5"/>
    <p:sldId id="260" r:id="rId6"/>
    <p:sldId id="267" r:id="rId7"/>
    <p:sldId id="259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68F2C0-CD34-0776-A06C-27766AF7468C}"/>
              </a:ext>
            </a:extLst>
          </p:cNvPr>
          <p:cNvSpPr txBox="1"/>
          <p:nvPr/>
        </p:nvSpPr>
        <p:spPr>
          <a:xfrm>
            <a:off x="508000" y="7620000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Nikol Lopatuhine </a:t>
            </a:r>
            <a:endParaRPr lang="en-IL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</Words>
  <Application>Microsoft Office PowerPoint</Application>
  <PresentationFormat>Custom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</dc:creator>
  <cp:lastModifiedBy>אלן לופטוחין</cp:lastModifiedBy>
  <cp:revision>4</cp:revision>
  <dcterms:created xsi:type="dcterms:W3CDTF">2006-08-16T00:00:00Z</dcterms:created>
  <dcterms:modified xsi:type="dcterms:W3CDTF">2026-07-20T15:43:03Z</dcterms:modified>
</cp:coreProperties>
</file>